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人工复核操作规程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疑点确认、复核责任和处理回执流程。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资产编号：audit-review-sop</a:t>
            </a:r>
          </a:p>
          <a:p>
            <a:r>
              <a:t>版本：1.1</a:t>
            </a:r>
          </a:p>
          <a:p>
            <a:r>
              <a:t>责任部门：运营管理部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