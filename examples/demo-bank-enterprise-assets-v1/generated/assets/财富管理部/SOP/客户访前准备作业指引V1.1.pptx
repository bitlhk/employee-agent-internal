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客户访前准备作业指引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访前材料、客户画像和沟通重点准备流程。</a:t>
            </a:r>
          </a:p>
          <a:p>
            <a:r>
              <a:t>先核验任务事实与当前有效依据</a:t>
            </a:r>
          </a:p>
          <a:p>
            <a:r>
              <a:t>副作用动作经过策略校验和人工确认</a:t>
            </a:r>
          </a:p>
          <a:p>
            <a:r>
              <a:t>本文件为 GRACE 演示银行虚构资产，仅用于产品演示与测试。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资产治理信息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资产编号：wealth-previsit-sop</a:t>
            </a:r>
          </a:p>
          <a:p>
            <a:r>
              <a:t>版本：1.1</a:t>
            </a:r>
          </a:p>
          <a:p>
            <a:r>
              <a:t>责任部门：财富管理部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GRACE Demo</dc:creator>
  <cp:keywords/>
  <dc:description>generated using python-pptx</dc:description>
  <cp:lastModifiedBy>GRACE Demo</cp:lastModifiedBy>
  <cp:revision>1</cp:revision>
  <dcterms:created xsi:type="dcterms:W3CDTF">2026-08-20T00:00:00Z</dcterms:created>
  <dcterms:modified xsi:type="dcterms:W3CDTF">2026-08-20T00:00:00Z</dcterms:modified>
  <cp:category/>
</cp:coreProperties>
</file>