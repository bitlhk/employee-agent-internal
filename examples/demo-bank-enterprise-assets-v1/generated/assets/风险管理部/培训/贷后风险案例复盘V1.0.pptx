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贷后风险案例复盘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虚构案例培训材料。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资产编号：risk-training</a:t>
            </a:r>
          </a:p>
          <a:p>
            <a:r>
              <a:t>版本：1.0</a:t>
            </a:r>
          </a:p>
          <a:p>
            <a:r>
              <a:t>责任部门：风险管理部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